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4BDDD-4543-DA45-1FBD-2FC250BEE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30789A-B992-48C0-2042-05A726AE3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3CA7-FD96-2D2E-C842-902DC78B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3ED34-45AF-F7F4-1BE1-1B6532EC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CB3B2-CAF6-F545-B2B9-AD66CDA7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36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9CFC-AE56-D44F-FCD7-DFFD1514A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831DD-829D-EA8F-1F65-FC247482D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AEBD-8C02-657E-C791-94225E57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9AB16-F33D-C95C-B22B-612E3169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19D0E-A385-6492-7052-72D350CC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4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7942-ED49-2A1A-3186-8E1F7D2B4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FFF56-D6DF-0CD3-7704-AF6849C5A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A508E-75A8-84B0-0182-20845B4D5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9BE56-B4E8-1902-592D-46946EE3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81E09-9997-60AE-5381-47B01B01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7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DE1D-830B-E00D-B490-970C0274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10D96-607F-7708-BD37-A679085C2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E3282-76E5-8FE4-2825-E5839807D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755FF-23F4-0731-41FC-AD717D0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645F5-DCEC-DD10-A706-EF2C3601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EABEC-9F4C-326C-E738-9E0D38CD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28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6B30-2F5A-EF3B-C02E-5DCE7A75A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C2BCD-8168-6F68-154C-F44F7060F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E7FB1-BD55-DE1B-7A97-4288BE2B4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F1703-77D9-7D01-49BB-12B29E7CE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36A4B-1144-D8E3-96F8-195C2C7C5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0A1F2-9DAD-925A-0610-2C3B62DB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8C725-9763-1CCC-791F-577BC60BA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6F4499-3A0A-E348-F78E-28496BCC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4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22A5-0731-810A-20CF-7A6EE758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BD11B-104F-B251-29FD-3539BECB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4A52E-A544-23AF-BEBD-CD5A998F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BCF96-FDD3-C08D-9919-BEDFCE52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7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2091C-1688-0B8C-3BE0-125A5715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CF24C-43CF-3923-7CF9-1D334818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4C340-504D-4E55-F4E3-505035B4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4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03090-64A0-DC96-69E1-9276B9DE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867DB-8C7D-D99D-8941-676C21A15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44F3F-23A5-9505-9AB7-A8977E3B8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E9C7B-0CB4-DCE9-3668-7EE696E7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35675-DE09-03D6-B08A-CFDDC762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30384-0A17-40E2-6195-4923A620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43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D0F3-251B-E8FD-1860-9D919D41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F9A43-D7BD-16B5-031D-03DCFD6E7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BBD72-DB0A-1F69-50BB-F737F5279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56478-577C-11B0-E4BE-66822590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FBC5-123E-E600-4FC6-FE271058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144D-F137-6B1E-C05C-4A111863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1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371F-F033-FF89-1AB2-01F00DB6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FB33B-B818-45FE-2979-729B43900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A6D9-C618-3643-BD64-EE9CE821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4FA8-E992-0641-957D-B3E5DB6A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70C3B-2679-70A9-9252-51017A65C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6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831B5-E012-6B0A-97DF-4EC97B17F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4F206-BE58-DAF9-6AE4-6738A25BA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37255-7EF7-E821-0536-F719A71E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8AA5-5626-3DCE-4CE3-A997CD32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D2068-6820-9463-BD79-B28041FA7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6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E70D2-7440-F398-8AE6-57E69EB1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39A1F-6C25-B1DE-6724-39D462254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A8260-D436-0268-4DDE-B25E85D2F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40E63-180B-4556-A0ED-4B02F56F64D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EE6ED-7B60-6986-A545-7DEA46060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DE315-5C67-0E3F-1105-4A30F3BE6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6CFED5-E1E8-42B6-8B45-C178F7CFF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9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5EA801-459A-DE81-E013-7BC2AB91A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38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58E305-2581-024B-7A4D-5FDC8BBDC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2613"/>
            <a:ext cx="12192000" cy="282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0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82FE90-1A58-E861-1FA8-ED75C0D22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029" cy="69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3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C0E82C-DA05-D71C-6F22-6F33AD3C1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9435"/>
            <a:ext cx="12192000" cy="15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81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B673D0-BD28-EC8C-5E3B-67E1D9DCC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07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Abdo Hosam</dc:creator>
  <cp:lastModifiedBy>Abdo Hosam</cp:lastModifiedBy>
  <cp:revision>2</cp:revision>
  <dcterms:created xsi:type="dcterms:W3CDTF">2026-07-31T15:08:04Z</dcterms:created>
  <dcterms:modified xsi:type="dcterms:W3CDTF">2026-07-31T15:11:03Z</dcterms:modified>
</cp:coreProperties>
</file>